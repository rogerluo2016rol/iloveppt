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iLovePPT v2 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79476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deck_plan 驱动的机械构建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0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128016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4800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04800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15840"/>
            <a:ext cx="64008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4815840"/>
            <a:ext cx="103628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效果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697480"/>
            <a:ext cx="1463040" cy="14630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97480"/>
            <a:ext cx="1463040" cy="1463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2697480"/>
            <a:ext cx="92656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背景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三个痛点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98520"/>
            <a:ext cx="11185855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文字墙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留白多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改动散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三大改进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286000"/>
            <a:ext cx="3545738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286000"/>
            <a:ext cx="36576" cy="310896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接缝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deck_plan.json 隔开机械与智能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2286000"/>
            <a:ext cx="3545738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6576" cy="310896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298" y="251460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原语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298" y="310896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layout.py 几何原语,数量灵活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43036" y="2286000"/>
            <a:ext cx="3545738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43036" y="2286000"/>
            <a:ext cx="36576" cy="310896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7356" y="251460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回归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7356" y="3108960"/>
            <a:ext cx="299709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evals 集守护质量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v1 vs v2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286000"/>
            <a:ext cx="545576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286000"/>
            <a:ext cx="36576" cy="3108960"/>
          </a:xfrm>
          <a:prstGeom prst="roundRect">
            <a:avLst>
              <a:gd name="adj" fmla="val 5000"/>
            </a:avLst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490712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骑墙,占位骨架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2286000"/>
            <a:ext cx="545576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33007" y="2286000"/>
            <a:ext cx="36576" cy="3108960"/>
          </a:xfrm>
          <a:prstGeom prst="roundRect">
            <a:avLst>
              <a:gd name="adj" fmla="val 5000"/>
            </a:avLst>
          </a:prstGeom>
          <a:solidFill>
            <a:srgbClr val="00D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7327" y="2514600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7327" y="3108960"/>
            <a:ext cx="490712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诚实,机械/智能分离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核心结论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8016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8016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接口诚实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04800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04800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4800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布局可组合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815840"/>
            <a:ext cx="822960" cy="158496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815840"/>
            <a:ext cx="822960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815840"/>
            <a:ext cx="10134295" cy="1584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质量可回归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31720"/>
            <a:ext cx="1118585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977640"/>
            <a:ext cx="111858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github.com/pcliangx/iLovePPT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