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0"/>
            <a:ext cx="10972800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iLovePPT 自动化 PPT 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>demo brief 跑通整条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0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164592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8600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926080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66159"/>
            <a:ext cx="64008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600" b="1" i="0">
                <a:solidFill>
                  <a:srgbClr val="1E6FE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566159"/>
            <a:ext cx="91440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技术方案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效果数据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554480" cy="182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210312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111556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  <a:p>
            <a:pPr>
              <a:lnSpc>
                <a:spcPct val="145000"/>
              </a:lnSpc>
            </a:pPr>
            <a:r>
              <a:rPr sz="1600" b="1" i="0">
                <a:solidFill>
                  <a:srgbClr val="1E6FE0"/>
                </a:solidFill>
                <a:latin typeface="Microsoft YaHei"/>
                <a:ea typeface="Microsoft YaHei"/>
                <a:cs typeface="Microsoft YaHei"/>
              </a:rPr>
              <a:t>▎ </a:t>
            </a:r>
            <a:r>
              <a:rPr sz="16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11155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 b="1" i="0">
                <a:solidFill>
                  <a:srgbClr val="0B2A4A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373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019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5 分钟生成一份完整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517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163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视觉自检 + 自动修复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solidFill>
            <a:srgbClr val="1E6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566160"/>
            <a:ext cx="822960" cy="7772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30752"/>
            <a:ext cx="10058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支持模板学风格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0972800" cy="1371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0"/>
            <a:ext cx="109728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E6F0FC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