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2316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iLovePPT v2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9476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deck_plan 驱动的机械构建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8016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4800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04800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1584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 i="0">
                <a:solidFill>
                  <a:srgbClr val="1E6FE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1584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737360"/>
            <a:ext cx="1554480" cy="18288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55448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103120"/>
            <a:ext cx="91440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三个痛点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98520"/>
            <a:ext cx="11185855" cy="883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文字墙</a:t>
            </a:r>
          </a:p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留白多</a:t>
            </a:r>
          </a:p>
          <a:p>
            <a:pPr>
              <a:lnSpc>
                <a:spcPct val="145000"/>
              </a:lnSpc>
            </a:pPr>
            <a:r>
              <a:rPr sz="1600" b="1" i="0">
                <a:solidFill>
                  <a:srgbClr val="1E6FE0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6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改动散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三大改进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4573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" cy="512064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接缝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deck_plan.json 隔开机械与智能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280160"/>
            <a:ext cx="354573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2978" y="1280160"/>
            <a:ext cx="36576" cy="512064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298" y="1508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原语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210312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layout.py 几何原语,数量灵活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1280160"/>
            <a:ext cx="354573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3036" y="1280160"/>
            <a:ext cx="36576" cy="512064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7356" y="15087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356" y="2103120"/>
            <a:ext cx="299709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evals 集守护质量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 vs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5455767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" cy="5120640"/>
          </a:xfrm>
          <a:prstGeom prst="roundRect">
            <a:avLst>
              <a:gd name="adj" fmla="val 5000"/>
            </a:avLst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90712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骑墙,占位骨架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80160"/>
            <a:ext cx="5455767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3007" y="1280160"/>
            <a:ext cx="36576" cy="5120640"/>
          </a:xfrm>
          <a:prstGeom prst="roundRect">
            <a:avLst>
              <a:gd name="adj" fmla="val 5000"/>
            </a:avLst>
          </a:prstGeom>
          <a:solidFill>
            <a:srgbClr val="00D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50876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103120"/>
            <a:ext cx="490712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诚实,机械/智能分离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接口诚实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4800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布局可组合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solidFill>
            <a:srgbClr val="1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1584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质量可回归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7764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github.com/pcliangx/iLovePPT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