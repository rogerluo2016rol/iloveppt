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深蓝主标题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副标题占位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卡片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卡片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卡片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